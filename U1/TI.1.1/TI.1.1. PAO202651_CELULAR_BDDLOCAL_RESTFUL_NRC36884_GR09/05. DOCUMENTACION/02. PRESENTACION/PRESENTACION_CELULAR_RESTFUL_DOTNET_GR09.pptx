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Tabla de contenido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 - diagrama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BDD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 fisico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 endpoints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Reglas negocio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Cliente consola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consola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Cliente WPF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WPF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Cliente Web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Web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Cliente MAUI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MAUI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Casos de uso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Recomendaciones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Bibliografía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
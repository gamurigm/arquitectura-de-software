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8" r:id="rId33"/>
    <p:sldId id="369" r:id="rId34"/>
    <p:sldId id="370" r:id="rId35"/>
    <p:sldId id="371" r:id="rId36"/>
    <p:sldId id="373" r:id="rId37"/>
    <p:sldId id="377" r:id="rId38"/>
    <p:sldId id="378" r:id="rId39"/>
    <p:sldId id="380" r:id="rId40"/>
    <p:sldId id="381" r:id="rId41"/>
    <p:sldId id="383" r:id="rId42"/>
    <p:sldId id="324" r:id="rId43"/>
    <p:sldId id="262" r:id="rId44"/>
    <p:sldId id="263" r:id="rId4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79BE-009C-4351-AE72-D725BD6CB2E5}" v="35" dt="2024-12-09T13:31:28.384"/>
    <p1510:client id="{E96F6CC8-2945-2AC7-4049-9F4E9634ABF6}" v="11" dt="2024-12-09T13:51:29.801"/>
    <p1510:client id="{FBE15C73-4593-071E-EB60-B2DA758EDEBF}" v="56" dt="2024-12-09T13:48:0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commentAuthors" Target="commentAuthors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6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7.png" /><Relationship Id="rId5" Type="http://schemas.openxmlformats.org/officeDocument/2006/relationships/image" Target="../media/image68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9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0.png" /><Relationship Id="rId5" Type="http://schemas.openxmlformats.org/officeDocument/2006/relationships/image" Target="../media/image71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2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3.png" /><Relationship Id="rId5" Type="http://schemas.openxmlformats.org/officeDocument/2006/relationships/image" Target="../media/image74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5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6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7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8.png" /><Relationship Id="rId5" Type="http://schemas.openxmlformats.org/officeDocument/2006/relationships/image" Target="../media/image79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0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1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2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3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4.png" /><Relationship Id="rId5" Type="http://schemas.openxmlformats.org/officeDocument/2006/relationships/image" Target="../media/image85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6.png" /><Relationship Id="rId5" Type="http://schemas.openxmlformats.org/officeDocument/2006/relationships/image" Target="../media/image87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8.png" /><Relationship Id="rId5" Type="http://schemas.openxmlformats.org/officeDocument/2006/relationships/image" Target="../media/image89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0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1.png" /><Relationship Id="rId5" Type="http://schemas.openxmlformats.org/officeDocument/2006/relationships/image" Target="../media/image92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3.png" /><Relationship Id="rId5" Type="http://schemas.openxmlformats.org/officeDocument/2006/relationships/image" Target="../media/image94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5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6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7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8.png" /><Relationship Id="rId5" Type="http://schemas.openxmlformats.org/officeDocument/2006/relationships/image" Target="../media/image99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0.png" /><Relationship Id="rId5" Type="http://schemas.openxmlformats.org/officeDocument/2006/relationships/image" Target="../media/image101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2.png" /><Relationship Id="rId5" Type="http://schemas.openxmlformats.org/officeDocument/2006/relationships/image" Target="../media/image103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4.png" /><Relationship Id="rId6" Type="http://schemas.openxmlformats.org/officeDocument/2006/relationships/image" Target="../media/image105.png" /><Relationship Id="rId7" Type="http://schemas.openxmlformats.org/officeDocument/2006/relationships/image" Target="../media/image106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7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8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9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0.png" /><Relationship Id="rId5" Type="http://schemas.openxmlformats.org/officeDocument/2006/relationships/image" Target="../media/image111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3.png" /><Relationship Id="rId5" Type="http://schemas.openxmlformats.org/officeDocument/2006/relationships/image" Target="../media/image114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5.png" /><Relationship Id="rId5" Type="http://schemas.openxmlformats.org/officeDocument/2006/relationships/image" Target="../media/image116.png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7.png" /><Relationship Id="rId5" Type="http://schemas.openxmlformats.org/officeDocument/2006/relationships/image" Target="../media/image118.png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9.png" /><Relationship Id="rId6" Type="http://schemas.openxmlformats.org/officeDocument/2006/relationships/image" Target="../media/image120.png" /><Relationship Id="rId7" Type="http://schemas.openxmlformats.org/officeDocument/2006/relationships/image" Target="../media/image121.png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7" Type="http://schemas.openxmlformats.org/officeDocument/2006/relationships/image" Target="../media/image122.png" /><Relationship Id="rId8" Type="http://schemas.openxmlformats.org/officeDocument/2006/relationships/image" Target="../media/image123.png" /><Relationship Id="rId9" Type="http://schemas.openxmlformats.org/officeDocument/2006/relationships/image" Target="../media/image124.png" /><Relationship Id="rId10" Type="http://schemas.openxmlformats.org/officeDocument/2006/relationships/image" Target="../media/image125.png" /><Relationship Id="rId11" Type="http://schemas.openxmlformats.org/officeDocument/2006/relationships/image" Target="../media/image126.png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7.png" /><Relationship Id="rId6" Type="http://schemas.openxmlformats.org/officeDocument/2006/relationships/image" Target="../media/image128.png" /><Relationship Id="rId7" Type="http://schemas.openxmlformats.org/officeDocument/2006/relationships/image" Target="../media/image129.png" 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EUREKABANK CON REST · MYSQL ·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809744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Grupo 09 · NRC 36884</a:t>
            </a:r>
            <a:r>
              <a:rPr lang="es-EC">
                <a:solidFill>
                  <a:schemeClr val="bg1"/>
                </a:solidFill>
              </a:rPr>
              <a:t/>
            </a:r>
          </a:p>
          <a:p>
            <a:r>
              <a:rPr lang="es-EC">
                <a:solidFill>
                  <a:schemeClr val="bg1"/>
                </a:solidFill>
              </a:rPr>
              <a:t>Arquitectura de software</a:t>
            </a:r>
          </a:p>
          <a:p>
            <a:r>
              <a:rPr lang="es-EC">
                <a:solidFill>
                  <a:schemeClr val="bg1"/>
                </a:solidFill>
              </a:rPr>
              <a:t>EurekaBank · 2026</a:t>
            </a:r>
          </a:p>
          <a:p>
            <a:r>
              <a:rPr lang="es-EC">
                <a:solidFill>
                  <a:schemeClr val="bg1"/>
                </a:solidFill>
              </a:rPr>
              <a:t/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7863840" y="5301801"/>
            <a:ext cx="3931920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22/10/2026</a:t>
            </a:r>
            <a:r>
              <a:rPr lang="es-EC" b="1">
                <a:solidFill>
                  <a:prstClr val="white"/>
                </a:solidFill>
                <a:latin typeface="Gill Sans MT" panose="020B0502020104020203"/>
              </a:rPr>
              <a:t/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VARIANTE: Java · REST</a:t>
            </a: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r>
              <a:rPr kumimoji="0" lang="es-EC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Y LÓGICO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FÍSICO Y TRANSFERENCIAS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CONFIGURAR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APLICAR ESQUEMA Y RESTRICCIONES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SERVICIO REST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PERSISTENCIA Y SEGURIDAD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WEB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CLIENTE MÓVIL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 Y 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Documentar EurekaBank con REST y Java: acceso, movimientos, depósitos y transferencias. El servicio valida las reglas bancarias; cuatro clientes comparten el mismo contrato.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modelo vincula titular, cuentas y movimientos. Transferencia conserva origen y destino y genera débito y crédito.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conceptual" title="EurekaBank Grupo 09 · Java · REST · conceptual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 PREPARAR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Cree el esquema de EurekaBank en MySQL. Mantenga usuario y contraseña en variables de entorno.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db_setup" title="EurekaBank Grupo 09 · Java · REST · db_setup">
            <a:extLst>
              <a:ext uri="{FF2B5EF4-FFF2-40B4-BE49-F238E27FC236}">
                <a16:creationId xmlns:a16="http://schemas.microsoft.com/office/drawing/2014/main"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EurekaBank Grupo 09 · Java · REST · transfer_schema" title="EurekaBank Grupo 09 · Java · REST · transfer_schema">
            <a:extLst>
              <a:ext uri="{FF2B5EF4-FFF2-40B4-BE49-F238E27FC236}">
                <a16:creationId xmlns:a16="http://schemas.microsoft.com/office/drawing/2014/main"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Defina tablas, claves y relaciones. Las 19 entidades incluyen cuentas, movimientos y Transferencia.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conceptual_destination" title="EurekaBank Grupo 09 · Java · REST · conceptual_destination">
            <a:extLst>
              <a:ext uri="{FF2B5EF4-FFF2-40B4-BE49-F238E27FC236}">
                <a16:creationId xmlns:a16="http://schemas.microsoft.com/office/drawing/2014/main"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Revise claves, estados, saldos y unicidad de la clave idempotente antes de habilitar operaciones.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Java · REST · physical" title="EurekaBank Grupo 09 · Java · REST · physical">
            <a:extLst>
              <a:ext uri="{FF2B5EF4-FFF2-40B4-BE49-F238E27FC236}">
                <a16:creationId xmlns:a16="http://schemas.microsoft.com/office/drawing/2014/main" id="{67B0C4C5-6F2C-BC7D-D7A3-C692E4AD9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10" name="Imagen 9" descr="EurekaBank Grupo 09 · Java · REST · activity_login" title="EurekaBank Grupo 09 · Java · REST · activity_login">
            <a:extLst>
              <a:ext uri="{FF2B5EF4-FFF2-40B4-BE49-F238E27FC236}">
                <a16:creationId xmlns:a16="http://schemas.microsoft.com/office/drawing/2014/main" id="{F4E1E97C-317C-9A8A-F2F1-64D19DE7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datos autorizados. No incluya contraseñas, tokens ni cadenas de conexión en capturas o material compartido.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physical_transfer" title="EurekaBank Grupo 09 · Java · REST · physical_transfer">
            <a:extLst>
              <a:ext uri="{FF2B5EF4-FFF2-40B4-BE49-F238E27FC236}">
                <a16:creationId xmlns:a16="http://schemas.microsoft.com/office/drawing/2014/main" id="{6A2036C3-F8DA-5CFD-F276-C506AA9B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0477" y="2752601"/>
            <a:ext cx="6848300" cy="34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 SERVICIO REST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Jakarta EE · Jakarta REST · Payara Server Community 7. El servidor concentra autenticación, reglas y persistencia en MySQL.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Endpoint: http://127.0.0.1:8080/eurekabank-rest-java-gr09/api/eureka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conceptual" title="EurekaBank Grupo 09 · Java · REST · conceptual">
            <a:extLst>
              <a:ext uri="{FF2B5EF4-FFF2-40B4-BE49-F238E27FC236}">
                <a16:creationId xmlns:a16="http://schemas.microsoft.com/office/drawing/2014/main"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Servidor Jakarta EE · Jakarta REST · Payara Server Community 7 · endpoint http://127.0.0.1:8080/eurekabank-rest-java-gr09/api/eureka · base MySQL.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case_summary" title="EurekaBank Grupo 09 · Java · REST · case_summary">
            <a:extLst>
              <a:ext uri="{FF2B5EF4-FFF2-40B4-BE49-F238E27FC236}">
                <a16:creationId xmlns:a16="http://schemas.microsoft.com/office/drawing/2014/main"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solo en servidor: EUREKABANK_DB_URL · EUREKABANK_DB_USER · EUREKABANK_DB_PASSWORD. Nunca las incluya en clientes ni capturas.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contrato o rutas, puerto, conexión a MySQL y esquema actualizado antes de probar clientes.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logical" title="EurekaBank Grupo 09 · Java · REST · logical">
            <a:extLst>
              <a:ext uri="{FF2B5EF4-FFF2-40B4-BE49-F238E27FC236}">
                <a16:creationId xmlns:a16="http://schemas.microsoft.com/office/drawing/2014/main"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Separar responsabilidades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 mantiene vista, controlador y modelo; persistencia queda en servidor.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Paquetes db, modelos, vistas, controladores, servicios y ws siguen ec.edu.monster.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architecture" title="EurekaBank Grupo 09 · Java · REST · architecture">
            <a:extLst>
              <a:ext uri="{FF2B5EF4-FFF2-40B4-BE49-F238E27FC236}">
                <a16:creationId xmlns:a16="http://schemas.microsoft.com/office/drawing/2014/main"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EurekaBank Grupo 09 · Java · REST · conceptual" title="EurekaBank Grupo 09 · Java · REST · conceptual">
            <a:extLst>
              <a:ext uri="{FF2B5EF4-FFF2-40B4-BE49-F238E27FC236}">
                <a16:creationId xmlns:a16="http://schemas.microsoft.com/office/drawing/2014/main"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 registra cuenta, fecha, importe y tipo. Transferencia enlaza los dos apuntes contables de una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logical_movements" title="EurekaBank Grupo 09 · Java · REST · logical_movements">
            <a:extLst>
              <a:ext uri="{FF2B5EF4-FFF2-40B4-BE49-F238E27FC236}">
                <a16:creationId xmlns:a16="http://schemas.microsoft.com/office/drawing/2014/main"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Repositorio usa consultas parametrizadas y libera conexión, comandos y lectores al terminar.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sequence_movements" title="EurekaBank Grupo 09 · Java · REST · sequence_movements">
            <a:extLst>
              <a:ext uri="{FF2B5EF4-FFF2-40B4-BE49-F238E27FC236}">
                <a16:creationId xmlns:a16="http://schemas.microsoft.com/office/drawing/2014/main"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titularidad, cuentas activas, moneda, saldo e importe. Confirme juntos débito 009 y crédito 008.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logical_transfer" title="EurekaBank Grupo 09 · Java · REST · logical_transfer">
            <a:extLst>
              <a:ext uri="{FF2B5EF4-FFF2-40B4-BE49-F238E27FC236}">
                <a16:creationId xmlns:a16="http://schemas.microsoft.com/office/drawing/2014/main"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Prepare mvn test · mvn package · WAR en Payara 7; inicie servicio y configure http://127.0.0.1:8080/eurekabank-rest-java-gr09/api/eureka. Pruebas requieren servidor y base activos.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architecture" title="EurekaBank Grupo 09 · Java · REST · architecture">
            <a:extLst>
              <a:ext uri="{FF2B5EF4-FFF2-40B4-BE49-F238E27FC236}">
                <a16:creationId xmlns:a16="http://schemas.microsoft.com/office/drawing/2014/main"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 CLIENTE DE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consola Java usa MVC, consulta el servicio REST y presenta sesión, movimientos, depósitos y transferencias.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case_summary" title="EurekaBank Grupo 09 · Java · REST · case_summary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HTTP, JSON y token Bearer; endpoint configurable: http://127.0.0.1:8080/eurekabank-rest-java-gr09/api/eureka. El fallo de red muestra un mensaje útil y permite reintentar.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case_login" title="EurekaBank Grupo 09 · Java · REST · case_login">
            <a:extLst>
              <a:ext uri="{FF2B5EF4-FFF2-40B4-BE49-F238E27FC236}">
                <a16:creationId xmlns:a16="http://schemas.microsoft.com/office/drawing/2014/main"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Java · REST · conceptual_transfer" title="EurekaBank Grupo 09 · Java · REST · conceptual_transfer">
            <a:extLst>
              <a:ext uri="{FF2B5EF4-FFF2-40B4-BE49-F238E27FC236}">
                <a16:creationId xmlns:a16="http://schemas.microsoft.com/office/drawing/2014/main"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MVC: vista presenta datos; controlador valida interacción; modelo conserva estado mínimo. El servidor aplica reglas bancarias.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logical" title="EurekaBank Grupo 09 · Java · REST · logical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adaptador encapsula REST; la sesión conserva token temporal y borra contraseña tras autenticar.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cuenta de ocho dígitos e importe positivo con máximo dos decimales. Rechace origen igual a destino.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logical_transfer" title="EurekaBank Grupo 09 · Java · REST · logical_transfer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logical_movements" title="EurekaBank Grupo 09 · Java · REST · logical_movements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menú ofrece movimientos, depósito y transferencias a cuentas propias o de terceros.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case_summary" title="EurekaBank Grupo 09 · Java · REST · case_summary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Depósito acredita una cuenta. Transferencia debita origen y acredita destino en una transacción.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sequence_movements" title="EurekaBank Grupo 09 · Java · REST · sequence_movements">
            <a:extLst>
              <a:ext uri="{FF2B5EF4-FFF2-40B4-BE49-F238E27FC236}">
                <a16:creationId xmlns:a16="http://schemas.microsoft.com/office/drawing/2014/main" id="{F9D00737-8829-49A4-ADA0-2E1AEE2D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61931" y="2571678"/>
            <a:ext cx="4765592" cy="287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 CLIENTE DE ESCRITORIO · Swing: consume el servicio; no guarda credenciales ni accede a MySQL.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endpoint configurable y token temporal; borre credenciales al cerrar sesión.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sequence_movements" title="EurekaBank Grupo 09 · Java · REST · sequence_movements">
            <a:extLst>
              <a:ext uri="{FF2B5EF4-FFF2-40B4-BE49-F238E27FC236}">
                <a16:creationId xmlns:a16="http://schemas.microsoft.com/office/drawing/2014/main"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cliente usa HttpClient y JSON, valida respuesta y libera recursos al finalizar la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sequence_transfer" title="EurekaBank Grupo 09 · Java · REST · sequence_transfer">
            <a:extLst>
              <a:ext uri="{FF2B5EF4-FFF2-40B4-BE49-F238E27FC236}">
                <a16:creationId xmlns:a16="http://schemas.microsoft.com/office/drawing/2014/main"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Rechace campos vacíos, importe inválido, titular distinto, moneda diferente y saldo insuficiente.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logical_transfer" title="EurekaBank Grupo 09 · Java · REST · logical_transfer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REST · conceptual" title="EurekaBank Grupo 09 · Java · REST · conceptual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éxito tras respuesta del servicio. Reintente respuesta incierta con la misma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sequence_transfer" title="EurekaBank Grupo 09 · Java · REST · sequence_transfer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EurekaBank Grupo 09 · Java · REST · architecture" title="EurekaBank Grupo 09 · Java · REST · architecture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Java · REST · logical_transfer" title="EurekaBank Grupo 09 · Java · REST · logical_transfer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Inicio de sesión: captura del formulario vacío; no acredita conexión ni autenticación exitosa.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Movimientos: muestre fecha, tipo e importe; 009 SALIDA es débito y 008 INGRESO es crédito.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sequence_movements" title="EurekaBank Grupo 09 · Java · REST · sequence_movements">
            <a:extLst>
              <a:ext uri="{FF2B5EF4-FFF2-40B4-BE49-F238E27FC236}">
                <a16:creationId xmlns:a16="http://schemas.microsoft.com/office/drawing/2014/main" id="{341C6BD8-E966-7907-C55E-66B8B17C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58695" y="2940931"/>
            <a:ext cx="5248276" cy="24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Transferir: seleccione origen y destino, valide titularidad y fondos, y conserve la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sequence_transfer" title="EurekaBank Grupo 09 · Java · REST · sequence_transfer">
            <a:extLst>
              <a:ext uri="{FF2B5EF4-FFF2-40B4-BE49-F238E27FC236}">
                <a16:creationId xmlns:a16="http://schemas.microsoft.com/office/drawing/2014/main" id="{AEE4BBB0-DD51-2508-3207-8099A067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3791" y="1920457"/>
            <a:ext cx="4420032" cy="45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 CLIENTE WEB · JSP/Servlet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Protege sesión y consume el contrato REST compartido por las otras interfaces.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Capas web: Servlets y JSP; el cliente no conecta directo a MySQL.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Acceso web: proteja sesión, no exponga tokens y vuelva a login al revocar sesión.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EurekaBank Grupo 09 · Java · REST · interface" title="EurekaBank Grupo 09 · Java · REST · interface">
            <a:extLst>
              <a:ext uri="{FF2B5EF4-FFF2-40B4-BE49-F238E27FC236}">
                <a16:creationId xmlns:a16="http://schemas.microsoft.com/office/drawing/2014/main"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Consultas: muestre movimientos de cuenta autorizada; no acepte titular manipulado.</a:t>
            </a:r>
          </a:p>
        </p:txBody>
      </p:sp>
      <p:pic>
        <p:nvPicPr>
          <p:cNvPr id="7" name="Imagen 6" descr="EurekaBank Grupo 09 · Java · REST · sequence_movements" title="EurekaBank Grupo 09 · Java · REST · sequence_movements">
            <a:extLst>
              <a:ext uri="{FF2B5EF4-FFF2-40B4-BE49-F238E27FC236}">
                <a16:creationId xmlns:a16="http://schemas.microsoft.com/office/drawing/2014/main"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EurekaBank Grupo 09 · Java · REST · case_movements" title="EurekaBank Grupo 09 · Java · REST · case_movements">
            <a:extLst>
              <a:ext uri="{FF2B5EF4-FFF2-40B4-BE49-F238E27FC236}">
                <a16:creationId xmlns:a16="http://schemas.microsoft.com/office/drawing/2014/main"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Operaciones: valide el formulario y muestre el resultado que confirma el servicio.</a:t>
            </a:r>
          </a:p>
        </p:txBody>
      </p:sp>
      <p:pic>
        <p:nvPicPr>
          <p:cNvPr id="7" name="Imagen 6" descr="EurekaBank Grupo 09 · Java · REST · sequence_login" title="EurekaBank Grupo 09 · Java · REST · sequence_login">
            <a:extLst>
              <a:ext uri="{FF2B5EF4-FFF2-40B4-BE49-F238E27FC236}">
                <a16:creationId xmlns:a16="http://schemas.microsoft.com/office/drawing/2014/main"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8" name="Imagen 7" descr="EurekaBank Grupo 09 · Java · REST · logical_movements" title="EurekaBank Grupo 09 · Java · REST · logical_movements">
            <a:extLst>
              <a:ext uri="{FF2B5EF4-FFF2-40B4-BE49-F238E27FC236}">
                <a16:creationId xmlns:a16="http://schemas.microsoft.com/office/drawing/2014/main" id="{1535DBD8-3054-4ABB-5E2C-B1B5F299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8404" y="3038172"/>
            <a:ext cx="3773988" cy="28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CLIENTE MÓVIL · Android: configure endpoint accesible y conserve solo token temporal.</a:t>
            </a:r>
          </a:p>
        </p:txBody>
      </p:sp>
      <p:pic>
        <p:nvPicPr>
          <p:cNvPr id="4" name="Imagen 3" descr="EurekaBank Grupo 09 · Java · REST · mobile_endpoint" title="EurekaBank Grupo 09 · Java · REST · mobile_endpoint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EurekaBank Grupo 09 · Java · REST · case_movements" title="EurekaBank Grupo 09 · Java · REST · case_movements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EurekaBank Grupo 09 · Java · REST · conceptual" title="EurekaBank Grupo 09 · Java · REST · conceptual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MVC: vista captura, controlador coordina cliente y modelo presenta respuesta; no persista secretos.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3" name="Imagen 2" descr="EurekaBank Grupo 09 · Java · REST · logical_transfer" title="EurekaBank Grupo 09 · Java · REST · logical_transfer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EurekaBank Grupo 09 · Java · REST · architecture" title="EurekaBank Grupo 09 · Java · REST · architecture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 descr="EurekaBank Grupo 09 · Java · REST · case_transfer" title="EurekaBank Grupo 09 · Java · REST · case_transfer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 descr="EurekaBank Grupo 09 · Java · REST · case_login" title="EurekaBank Grupo 09 · Java · REST · case_login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EurekaBank Grupo 09 · Java · REST · conceptual" title="EurekaBank Grupo 09 · Java · REST · conceptual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Red móvil: localhost refiere al dispositivo; use una dirección alcanzable desde emulador o teléfono.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EurekaBank Grupo 09 · Java · REST · activity_login" title="EurekaBank Grupo 09 · Java · REST · activity_login">
            <a:extLst>
              <a:ext uri="{FF2B5EF4-FFF2-40B4-BE49-F238E27FC236}">
                <a16:creationId xmlns:a16="http://schemas.microsoft.com/office/drawing/2014/main"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EurekaBank Grupo 09 · Java · REST · sequence_transfer" title="EurekaBank Grupo 09 · Java · REST · sequence_transfer">
            <a:extLst>
              <a:ext uri="{FF2B5EF4-FFF2-40B4-BE49-F238E27FC236}">
                <a16:creationId xmlns:a16="http://schemas.microsoft.com/office/drawing/2014/main"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EurekaBank Grupo 09 · Java · REST · activity_transfer" title="EurekaBank Grupo 09 · Java · REST · activity_transfer">
            <a:extLst>
              <a:ext uri="{FF2B5EF4-FFF2-40B4-BE49-F238E27FC236}">
                <a16:creationId xmlns:a16="http://schemas.microsoft.com/office/drawing/2014/main" id="{FE83EB40-7CA2-9AF3-50DC-4758040836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040" y="2797144"/>
            <a:ext cx="1640058" cy="37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 expone recursos REST/JSON con Jakarta EE · Jakarta REST · Payara Server Community 7 y persistencia en MySQL. Consola, escritorio, web y móvil comparten rutas y sesión temporal.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transferencia valida titularidad, estado, moneda, saldo e importe. Registra 009 SALIDA y 008 INGRESO en una transacción; un error revierte ambos apuntes.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Payara 7 y Maven y MySQL antes de abrir clientes. Use variables de entorno para endpoint y conexión; no copie secretos en capturas.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Pruebe titularidad, moneda, saldo insuficiente, doble solicitud y rollback. Mantenga la misma clave idempotente al resolver una respuesta incierta.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producción use HTTPS, permisos mínimos y registros sin contraseñas ni tokens completos.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>
            <a:normAutofit/>
          </a:bodyPr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EurekaBank. Manual de implementación del servicio SOAP Java y base de datos local.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EurekaBank. Presentación de diseño conceptual y desarrollo del servicio SOAP Java.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Microsoft Office PowerPoint</Application>
  <PresentationFormat>Panorámica</PresentationFormat>
  <Paragraphs>665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9" baseType="lpstr">
      <vt:lpstr>Cambria</vt:lpstr>
      <vt:lpstr>Gill Sans MT</vt:lpstr>
      <vt:lpstr>Symbol</vt:lpstr>
      <vt:lpstr>Wingdings 2</vt:lpstr>
      <vt:lpstr>Dividendo</vt:lpstr>
      <vt:lpstr>MANUAL EUREKA BANK CON SOAP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· REST · Java · Grupo 09</dc:title>
  <dc:creator>Grupo 09 · NRC 36884</dc:creator>
  <cp:lastModifiedBy>Grupo 09</cp:lastModifiedBy>
  <cp:revision>3</cp:revision>
  <dcterms:created xsi:type="dcterms:W3CDTF">2020-08-13T07:15:02Z</dcterms:created>
  <dcterms:modified xsi:type="dcterms:W3CDTF">2024-12-10T02:54:03Z</dcterms:modified>
  <dc:subject>Arquitectura de software · NRC 36884 · MySQL</dc:subject>
  <cp:keywords>EurekaBank, Grupo 09, NRC 36884, REST, Java, transferencias</cp:keywords>
  <dc:description>Presentación EurekaBank Grupo 09 · NRC 36884.</dc:description>
</cp:coreProperties>
</file>